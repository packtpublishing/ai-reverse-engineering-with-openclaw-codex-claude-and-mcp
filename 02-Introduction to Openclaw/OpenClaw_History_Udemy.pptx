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36" autoAdjust="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602" y="9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0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0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5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7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1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0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5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3650" y="731520"/>
            <a:ext cx="6679191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5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936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907024"/>
            <a:ext cx="1011936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8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6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9"/>
            <a:ext cx="7734300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69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dirty="0"/>
              <a:t>AI Reverse Engineering with </a:t>
            </a:r>
            <a:r>
              <a:rPr dirty="0" err="1"/>
              <a:t>OpenClaw</a:t>
            </a:r>
            <a:r>
              <a:rPr dirty="0"/>
              <a:t> and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Background of OpenClaw</a:t>
            </a:r>
          </a:p>
          <a:p>
            <a:r>
              <a:t>From Side Project → Global AI Movement</a:t>
            </a:r>
          </a:p>
          <a:p>
            <a:r>
              <a:t>By Paul Chin, PhD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7C585-CD38-65D2-46C2-B14BC1C82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dirty="0"/>
              <a:t>Who Created </a:t>
            </a:r>
            <a:r>
              <a:rPr dirty="0" err="1"/>
              <a:t>OpenClaw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Peter Steinberger</a:t>
            </a:r>
          </a:p>
          <a:p>
            <a:r>
              <a:t>Austrian developer &amp; entrepreneur</a:t>
            </a:r>
          </a:p>
          <a:p>
            <a:r>
              <a:t>Creator of PSPDFKit</a:t>
            </a:r>
          </a:p>
          <a:p>
            <a:r>
              <a:t>Started as a weekend experiment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ACF5D-C894-30EF-221F-C7AA68E2D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dirty="0"/>
              <a:t>Core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should not just answer — it should do things</a:t>
            </a:r>
          </a:p>
          <a:p>
            <a:r>
              <a:t>Shift from chat-based AI to action-based AI</a:t>
            </a:r>
          </a:p>
          <a:p>
            <a:r>
              <a:t>Executes real-world tasks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C53B2-4E2B-D9FD-2348-11A9A5F90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dirty="0"/>
              <a:t>Timeline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 2025 — Initial release</a:t>
            </a:r>
          </a:p>
          <a:p>
            <a:r>
              <a:t>Jan 2026 — Rebranding</a:t>
            </a:r>
          </a:p>
          <a:p>
            <a:r>
              <a:t>Jan–Feb 2026 — Viral growth</a:t>
            </a:r>
          </a:p>
          <a:p>
            <a:r>
              <a:t>March 2026 — Historic milestone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7E83D-85F5-704A-C3C5-53E75E3D1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dirty="0"/>
              <a:t>Nov 2025 — Initial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Originally called Clawdbot</a:t>
            </a:r>
          </a:p>
          <a:p>
            <a:r>
              <a:t>AI agent executes tasks via messaging apps</a:t>
            </a:r>
          </a:p>
          <a:p>
            <a:r>
              <a:t>Early autonomous agent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25C99-1D9C-5C34-3543-7847E9E16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dirty="0"/>
              <a:t>Jan 2026 — Rebranding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Clawdbot → Moltbot → OpenClaw</a:t>
            </a:r>
          </a:p>
          <a:p>
            <a:r>
              <a:t>Trademark + branding reasons</a:t>
            </a:r>
          </a:p>
          <a:p>
            <a:r>
              <a:t>Rapid iteration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E28F0-5503-6418-8101-5919012F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dirty="0"/>
              <a:t>Jan–Feb 2026 — Viral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100k+ stars in weeks</a:t>
            </a:r>
          </a:p>
          <a:p>
            <a:r>
              <a:t>247k+ stars by March</a:t>
            </a:r>
          </a:p>
          <a:p>
            <a:r>
              <a:t>2M users/week</a:t>
            </a:r>
          </a:p>
          <a:p>
            <a:r>
              <a:t>47k forks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F2157-2A46-931E-1680-69F96724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dirty="0"/>
              <a:t>March 2026 — Milestone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250k+ GitHub stars</a:t>
            </a:r>
          </a:p>
          <a:p>
            <a:r>
              <a:t>One of fastest-growing open-source projects</a:t>
            </a:r>
          </a:p>
          <a:p>
            <a:r>
              <a:t>Historic growth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8947D-10D1-61F4-5BE1-1DC3D1EB5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</a:t>
            </a:r>
            <a:r>
              <a:rPr dirty="0"/>
              <a:t>Global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by developers and startups</a:t>
            </a:r>
          </a:p>
          <a:p>
            <a:r>
              <a:t>Enterprise workflows</a:t>
            </a:r>
          </a:p>
          <a:p>
            <a:r>
              <a:t>Automation pipelines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77921-53D2-A13F-D5E4-1774B1464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</a:t>
            </a:r>
            <a:r>
              <a:rPr dirty="0"/>
              <a:t>Industry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Creator joins OpenAI</a:t>
            </a:r>
          </a:p>
          <a:p>
            <a:r>
              <a:t>Project becomes ecosystem</a:t>
            </a:r>
          </a:p>
          <a:p>
            <a:r>
              <a:t>Foundation-based governance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5D9AF5-D573-6405-C650-7C56031B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</a:t>
            </a:r>
            <a:r>
              <a:rPr dirty="0"/>
              <a:t>Why It Grew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that does things</a:t>
            </a:r>
          </a:p>
          <a:p>
            <a:r>
              <a:t>Perfect timing</a:t>
            </a:r>
          </a:p>
          <a:p>
            <a:r>
              <a:t>Open-source</a:t>
            </a:r>
          </a:p>
          <a:p>
            <a:r>
              <a:t>One-person companies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33E8B-74F6-5467-FE05-90A2720F4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</a:t>
            </a:r>
            <a:r>
              <a:rPr dirty="0"/>
              <a:t>AI That Takes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Executes tasks, not just chat</a:t>
            </a:r>
          </a:p>
          <a:p>
            <a:r>
              <a:t>Messaging, automation,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AE627-6B69-D2BC-6F1E-47207D61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</a:t>
            </a:r>
            <a:r>
              <a:rPr dirty="0"/>
              <a:t>Perfect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after GPT and Claude maturity</a:t>
            </a:r>
          </a:p>
          <a:p>
            <a:r>
              <a:t>MCP-style integrations ready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1958E-C42A-D0B1-F908-E4019075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 </a:t>
            </a:r>
            <a:r>
              <a:rPr dirty="0"/>
              <a:t>Open Source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Anyone can modify and deploy</a:t>
            </a:r>
          </a:p>
          <a:p>
            <a:r>
              <a:t>Rapid community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3545F-EA72-27B0-4EC6-76BB690C3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 </a:t>
            </a:r>
            <a:r>
              <a:rPr dirty="0"/>
              <a:t>One-Person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workflows</a:t>
            </a:r>
          </a:p>
          <a:p>
            <a:r>
              <a:t>Replace multiple roles</a:t>
            </a:r>
          </a:p>
          <a:p>
            <a:r>
              <a:t>Empower individuals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63E21-0C9D-773D-73CE-A79B7B30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16. </a:t>
            </a:r>
            <a:r>
              <a:rPr dirty="0"/>
              <a:t>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 from tools → agents</a:t>
            </a:r>
          </a:p>
          <a:p>
            <a:r>
              <a:t>Apps → ecosystems</a:t>
            </a:r>
          </a:p>
          <a:p>
            <a:r>
              <a:t>Beginning of autonomous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95290-E5BD-AA2E-A83B-ED2606E3D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01" y="4179069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8608" y="950761"/>
            <a:ext cx="5657850" cy="1088068"/>
          </a:xfrm>
        </p:spPr>
        <p:txBody>
          <a:bodyPr/>
          <a:lstStyle/>
          <a:p>
            <a:r>
              <a:rPr lang="en-US" dirty="0"/>
              <a:t>Thanks for watching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F36FF-3C23-C366-5E59-7C89B816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82" y="3321767"/>
            <a:ext cx="857303" cy="8573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20" ma:contentTypeDescription="Create a new document." ma:contentTypeScope="" ma:versionID="bd97094569bc3b39987040056287c8be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4257c32d55561fea897e60b1a3f7010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</documentManagement>
</p:properties>
</file>

<file path=customXml/itemProps1.xml><?xml version="1.0" encoding="utf-8"?>
<ds:datastoreItem xmlns:ds="http://schemas.openxmlformats.org/officeDocument/2006/customXml" ds:itemID="{EABFB665-C9FB-4BA9-9797-D2DF611620DF}"/>
</file>

<file path=customXml/itemProps2.xml><?xml version="1.0" encoding="utf-8"?>
<ds:datastoreItem xmlns:ds="http://schemas.openxmlformats.org/officeDocument/2006/customXml" ds:itemID="{B0091977-445E-4B65-AC74-AB834FB37D05}"/>
</file>

<file path=customXml/itemProps3.xml><?xml version="1.0" encoding="utf-8"?>
<ds:datastoreItem xmlns:ds="http://schemas.openxmlformats.org/officeDocument/2006/customXml" ds:itemID="{89856DEF-4379-4C25-A6F0-D21E787CCF63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165</TotalTime>
  <Words>287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Calibri Light</vt:lpstr>
      <vt:lpstr>Retrospect</vt:lpstr>
      <vt:lpstr>1. AI Reverse Engineering with OpenClaw and MCP</vt:lpstr>
      <vt:lpstr>2. Who Created OpenClaw?</vt:lpstr>
      <vt:lpstr>3. Core Philosophy</vt:lpstr>
      <vt:lpstr>4. Timeline Overview</vt:lpstr>
      <vt:lpstr>5. Nov 2025 — Initial Release</vt:lpstr>
      <vt:lpstr>6. Jan 2026 — Rebranding</vt:lpstr>
      <vt:lpstr>7. Jan–Feb 2026 — Viral Growth</vt:lpstr>
      <vt:lpstr>8. March 2026 — Milestone</vt:lpstr>
      <vt:lpstr>9. Global Adoption</vt:lpstr>
      <vt:lpstr>10. Industry Recognition</vt:lpstr>
      <vt:lpstr>11. Why It Grew Fast</vt:lpstr>
      <vt:lpstr>12. AI That Takes Action</vt:lpstr>
      <vt:lpstr>13. Perfect Timing</vt:lpstr>
      <vt:lpstr>14. Open Source Advantage</vt:lpstr>
      <vt:lpstr>15. One-Person Company</vt:lpstr>
      <vt:lpstr>16. Big Picture</vt:lpstr>
      <vt:lpstr>Thanks for watching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</dc:creator>
  <cp:keywords/>
  <dc:description>generated using python-pptx</dc:description>
  <cp:lastModifiedBy>US</cp:lastModifiedBy>
  <cp:revision>6</cp:revision>
  <dcterms:created xsi:type="dcterms:W3CDTF">2013-01-27T09:14:16Z</dcterms:created>
  <dcterms:modified xsi:type="dcterms:W3CDTF">2026-04-08T09:51:56Z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1201400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